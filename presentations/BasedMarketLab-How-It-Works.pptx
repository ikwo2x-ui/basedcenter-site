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 MARKET LAB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8288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product works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Company-first market research · optional AI · unlock with USDC on Base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walkthrough · closed product · payments on Base mainnet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turns a stock ticker into a clear company research report — what the business does, strengths, risks, and longer-term story — then unlocks the full package for $0.10 USDC on Base.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828800"/>
            <a:ext cx="2651760" cy="91440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26517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Business, health, opportunity, and watch-outs — not a day-trading terminal.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9184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828800"/>
            <a:ext cx="2651760" cy="91440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Charts as context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marks and structure live on a secondary tab. They support the story.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828800"/>
            <a:ext cx="26517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1828800"/>
            <a:ext cx="2651760" cy="91440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21488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Base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265176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$0.10 USDC on Base mainnet. Wallet connect · real on-chain unlock.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user journey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411480" cy="411480"/>
          </a:xfrm>
          <a:prstGeom prst="ellipse">
            <a:avLst/>
          </a:prstGeom>
          <a:solidFill>
            <a:srgbClr val="0052FF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9601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76656" y="1325880"/>
            <a:ext cx="54864" cy="27432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9144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834640" y="9144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ticker (e.g. COIN). Optional company name.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1600200"/>
            <a:ext cx="411480" cy="411480"/>
          </a:xfrm>
          <a:prstGeom prst="ellipse">
            <a:avLst/>
          </a:prstGeom>
          <a:solidFill>
            <a:srgbClr val="0052FF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6459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6656" y="2011680"/>
            <a:ext cx="54864" cy="27432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3" name="Text 11"/>
          <p:cNvSpPr/>
          <p:nvPr/>
        </p:nvSpPr>
        <p:spPr>
          <a:xfrm>
            <a:off x="1143000" y="16002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34640" y="16002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web data, or your AI key for a deeper company write-up.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" y="2286000"/>
            <a:ext cx="411480" cy="411480"/>
          </a:xfrm>
          <a:prstGeom prst="ellipse">
            <a:avLst/>
          </a:prstGeom>
          <a:solidFill>
            <a:srgbClr val="0052FF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317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76656" y="2697480"/>
            <a:ext cx="54864" cy="27432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8" name="Text 16"/>
          <p:cNvSpPr/>
          <p:nvPr/>
        </p:nvSpPr>
        <p:spPr>
          <a:xfrm>
            <a:off x="1143000" y="22860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834640" y="22860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ticker + resolved company name before pay.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02920" y="2971800"/>
            <a:ext cx="411480" cy="411480"/>
          </a:xfrm>
          <a:prstGeom prst="ellipse">
            <a:avLst/>
          </a:prstGeom>
          <a:solidFill>
            <a:srgbClr val="0052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0175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76656" y="3383280"/>
            <a:ext cx="54864" cy="274320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23" name="Text 21"/>
          <p:cNvSpPr/>
          <p:nvPr/>
        </p:nvSpPr>
        <p:spPr>
          <a:xfrm>
            <a:off x="1143000" y="29718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834640" y="29718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$0.10 USDC on Base mainnet (real USDC only).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3657600"/>
            <a:ext cx="411480" cy="411480"/>
          </a:xfrm>
          <a:prstGeom prst="ellipse">
            <a:avLst/>
          </a:prstGeom>
          <a:solidFill>
            <a:srgbClr val="0052FF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703320"/>
            <a:ext cx="411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43000" y="365760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2834640" y="3657600"/>
            <a:ext cx="5760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 · Full · one Price chart · Predictions · PDF / library.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12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ways to build research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776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WEB (no AI key)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path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1965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Public market feeds + company context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31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One full-history chart still builds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85800" y="2697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Honest warning: company text can be thinner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063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User confirms “I understand” before generate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3429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No AI key required for this path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3977640" cy="3383280"/>
          </a:xfrm>
          <a:prstGeom prst="roundRect">
            <a:avLst>
              <a:gd name="adj" fmla="val 3243"/>
            </a:avLst>
          </a:prstGeom>
          <a:solidFill>
            <a:srgbClr val="0A0B0D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AI KEY (optional)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14630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Deeper company story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Gemini, Groq, OpenRouter, OpenAI, 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37760" y="233172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Key stays on the user’s device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37760" y="269748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Company products, risks, multi-year case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306324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If AI fails / quota: falls back to public web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429000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Same report layout either way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12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 — Choose a company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Ticker · optional AI key · Generate · $0.10 USDC</a:t>
            </a:r>
            <a:endParaRPr lang="en-US" sz="1100" dirty="0"/>
          </a:p>
        </p:txBody>
      </p:sp>
      <p:pic>
        <p:nvPicPr>
          <p:cNvPr id="6" name="Image 0" descr="C:\Users\Kevin\OneDrive\Desktop\BasedMarketLab\live\screenshots\pptx_crops\slide5_zo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21792"/>
            <a:ext cx="850392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12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 — Confirm company &amp; unlock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8580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company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must tick YES on ticker + resolved name (e.g. COIN → Coinbase Global).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86868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983480" y="109728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wallet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83480" y="150876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MetaMask / Coinbase Wallet on Base mainnet (chain 8453).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5603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$0.10 USDC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5800" y="3200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USDC transfer to your shop address. App verifies the tx on Base, then unlocks.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754880" y="2560320"/>
            <a:ext cx="4023360" cy="150876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free skip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983480" y="3200400"/>
            <a:ext cx="3566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Testnet and free unlock are off — production path is mainnet USDC only.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12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Unlock UI — wallet checkout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 company → connect MetaMask / Coinbase Wallet → pay $0.10 USDC on Base</a:t>
            </a:r>
            <a:endParaRPr lang="en-US" sz="1200" dirty="0"/>
          </a:p>
        </p:txBody>
      </p:sp>
      <p:pic>
        <p:nvPicPr>
          <p:cNvPr id="6" name="Image 0" descr="C:\Users\Kevin\OneDrive\Desktop\BasedMarketLab\live\screenshots\202_wallet_checkout_car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5840" y="777240"/>
            <a:ext cx="713232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12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buyer gets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9326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Company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08960" y="93268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line, business, strong / weak, watch-outs, market phase, word guide.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5087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F2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6184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company report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08960" y="161848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sections: glance → what they do → opportunity → how business is doing → risks → put-together.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1945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3042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chart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08960" y="230428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full-history chart with buy/sell marks — secondary context, not the main product.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EEF2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900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markets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08960" y="299008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 context cards (company / macro-style questions).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6616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675888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&amp; library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08960" y="3675888"/>
            <a:ext cx="5394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PDF; re-open saved reports anytime from Your reports.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12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5943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report — Company tab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 · business · strengths / watch-outs · market phase</a:t>
            </a:r>
            <a:endParaRPr lang="en-US" sz="1200" dirty="0"/>
          </a:p>
        </p:txBody>
      </p:sp>
      <p:pic>
        <p:nvPicPr>
          <p:cNvPr id="6" name="Image 0" descr="C:\Users\Kevin\OneDrive\Desktop\BasedMarketLab\live\screenshots\101_report_api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777240"/>
            <a:ext cx="749808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12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46304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chart — context only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384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the company story — not a day-trading terminal</a:t>
            </a:r>
            <a:endParaRPr lang="en-US" sz="1100" dirty="0"/>
          </a:p>
        </p:txBody>
      </p:sp>
      <p:pic>
        <p:nvPicPr>
          <p:cNvPr id="6" name="Image 0" descr="C:\Users\Kevin\OneDrive\Desktop\BasedMarketLab\live\screenshots\pptx_crops\slide10_zoom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621792"/>
            <a:ext cx="8503920" cy="3886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12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52FF"/>
          </a:solidFill>
          <a:ln w="12700">
            <a:solidFill>
              <a:srgbClr val="0052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 the hood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00584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521208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UI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21208" y="17373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static/index.html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connect, tabs, PDF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286000" y="1783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2FF"/>
                </a:solidFill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2606040" y="100584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2715768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server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715768" y="17373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 · seal · generate · pay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480560" y="1783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2FF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800600" y="100584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4910328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10328" y="17373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feeds and/or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BYO AI (Gemini, Groq…)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675120" y="1783080"/>
            <a:ext cx="320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52FF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6995160" y="1005840"/>
            <a:ext cx="2011680" cy="2011680"/>
          </a:xfrm>
          <a:prstGeom prst="roundRect">
            <a:avLst>
              <a:gd name="adj" fmla="val 4545"/>
            </a:avLst>
          </a:prstGeom>
          <a:solidFill>
            <a:srgbClr val="0A0B0D"/>
          </a:solidFill>
          <a:ln/>
        </p:spPr>
      </p:sp>
      <p:sp>
        <p:nvSpPr>
          <p:cNvPr id="18" name="Text 16"/>
          <p:cNvSpPr/>
          <p:nvPr/>
        </p:nvSpPr>
        <p:spPr>
          <a:xfrm>
            <a:off x="7104888" y="1234440"/>
            <a:ext cx="1783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04888" y="173736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USDC verify on-chain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 mainnet only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818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design choices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5800" y="3749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keys stay with the user · Research prompts stay on the server · $0.10 USDC verified on Base mainnet before unlock · Product source stays private (closed) · GitHub site is presentations only.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· Built on Base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0" y="4709160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12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0B0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052F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5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sentence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BasedMarketLab is company research first, charts second, paid in USDC on Base.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1A1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Path: ticker → research → confirm → pay $0.10 USDC on Base → Company / Full / Chart tabs.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4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Base  ·  Closed product  ·  Public presentations only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BasedMarketLab — How It Works</dc:title>
  <dc:subject>Product walkthrough: company research on Base</dc:subject>
  <dc:creator>BasedMarketLab</dc:creator>
  <cp:lastModifiedBy>BasedMarketLab</cp:lastModifiedBy>
  <cp:revision>1</cp:revision>
  <dcterms:created xsi:type="dcterms:W3CDTF">2026-07-22T16:32:05Z</dcterms:created>
  <dcterms:modified xsi:type="dcterms:W3CDTF">2026-07-22T16:32:05Z</dcterms:modified>
</cp:coreProperties>
</file>