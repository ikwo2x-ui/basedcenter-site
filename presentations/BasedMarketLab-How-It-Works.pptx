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B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MARKET LAB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product works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Company-first research · latest SEC 10-K / 10-Q · multi-model AI · unlock with USDC on Base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Pay: test 0.00001 Sepolia · real $0.10 Base · agent  ·  Host: Vercel HTTPS (Farcaster) · private engine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source · public presentations only · free example frozen: COIN · 23 Jul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turns a stock ticker into a clear company research report — business, strengths, risks, cash facts from SEC, longer-term story — then unlocks the full package with BasedSettler (real path: $0.10 USDC on Base).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28800"/>
            <a:ext cx="265176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first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Business, health, opportunity, watch-outs — not a day-trading terminal.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828800"/>
            <a:ext cx="265176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148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 + charts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6517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10-K + 10-Q only. Charts &amp; buy zones as secondary context.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828800"/>
            <a:ext cx="265176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148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Base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26517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BasedSettler: test · real $0.10 · agent. Wallet connect · on-chain unlock.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user journey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60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656" y="13258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914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34640" y="9144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ticker (e.g. COIN). Optional company name.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459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6656" y="20116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1600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34640" y="16002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web + latest SEC 10-K/10-Q, or your AI key for a deeper write-up.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2860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317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6656" y="26974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34640" y="22860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ticker + resolved company name before pay.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29718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017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76656" y="33832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834640" y="29718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BasedSettler: test (Sepolia) · real $0.10 Base · or agent rail.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36576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033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3657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834640" y="36576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· Full · Price chart · Predictions · PDF / library.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build research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397764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WEB + SEC (no AI key)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path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Latest SEC 10-K + 10-Q only (auto)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Real OCF / cash / revenue facts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Public market feeds + company context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063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One full-history chart still builds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429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 AI key required for this path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3383280"/>
          </a:xfrm>
          <a:prstGeom prst="roundRect">
            <a:avLst>
              <a:gd name="adj" fmla="val 3243"/>
            </a:avLst>
          </a:prstGeom>
          <a:solidFill>
            <a:srgbClr val="0A0B0D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 KEY (optional)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4630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company story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37760" y="1965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Gemini, Groq, OpenRouter, OpenAI, xAI…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2331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Key stays on the user’s device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Professional evaluation, no CYA fluff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063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If AI fails / quota: falls back to web+SEC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429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Same report layout either 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BasedSettler — three unlock modes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product · pick test, real, or agent at checkout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2697480" cy="29260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17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0.00001 USDC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Sepolia (testnet). Free faucet coins. Safe to practice wallet flow.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1188720"/>
            <a:ext cx="2697480" cy="2926080"/>
          </a:xfrm>
          <a:prstGeom prst="roundRect">
            <a:avLst>
              <a:gd name="adj" fmla="val 4068"/>
            </a:avLst>
          </a:prstGeom>
          <a:solidFill>
            <a:srgbClr val="0A0B0D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417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$0.10 USDC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46888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mainnet. Real USDC to shop wallet. Production unlock for the full report.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697480" cy="29260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417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09360" y="19202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AgentKit rail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2468880"/>
            <a:ext cx="2331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BasedSettler agent path. Agent wallet pays USDC when configured.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example — frozen COIN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7840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97840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COIN · Coinbase Global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1848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of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0" y="161848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July 2026 — pack does not change when users generate COIN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2585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225856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report · chart · prediction markets · library-style sample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78892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EEF2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986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freeze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289864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stays stable for presentations, Farcaster, and sales walkthroughs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5387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path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3538728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any ticker after BasedSettler unlock (test / real / agent)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46304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Choose a company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Ticker · optional AI key · Generate · BasedSettler unlock</a:t>
            </a:r>
            <a:endParaRPr lang="en-US" sz="1100" dirty="0"/>
          </a:p>
        </p:txBody>
      </p:sp>
      <p:pic>
        <p:nvPicPr>
          <p:cNvPr id="6" name="Image 0" descr="C:\Users\Kevin\OneDrive\Desktop\BasedMarketLab\live\screenshots\pptx_crops\slide5_zoo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621792"/>
            <a:ext cx="8503920" cy="3886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Confirm company &amp; unlock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company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ticks YES on ticker + resolved name (e.g. COIN → Coinbase Global).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8348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wallet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83480" y="15087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MetaMask / Coinbase Wallet — Base mainnet (8453) or Sepolia for test.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2788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via BasedSettler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32004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Real: $0.10 USDC on Base. Test: 0.00001 Sepolia. Agent: AgentKit rail.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25603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788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verify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83480" y="32004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verifies the tx, then unlocks generate → full report package.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UI — wallet checkout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company → connect wallet → test / real $0.10 / agent on BasedSettler</a:t>
            </a:r>
            <a:endParaRPr lang="en-US" sz="1200" dirty="0"/>
          </a:p>
        </p:txBody>
      </p:sp>
      <p:pic>
        <p:nvPicPr>
          <p:cNvPr id="6" name="Image 0" descr="C:\Users\Kevin\OneDrive\Desktop\BasedMarketLab\live\screenshots\202_wallet_checkout_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777240"/>
            <a:ext cx="713232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buyer gets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326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0" y="9326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line, business, strong / weak, watch-outs, market phase, word guide.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EEF2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18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company report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16184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 → what they do → opportunity → how business is doing → risks → put-together.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042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chart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23042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Full-history chart with buy/sell marks — secondary context, not the main product.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EEF2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900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markets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8960" y="29900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context cards (company / macro-style questions).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75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&amp; library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08960" y="36758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PDF; re-open saved reports anytime from Your reports.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report — Company tab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 · business · strengths / watch-outs · market phase</a:t>
            </a:r>
            <a:endParaRPr lang="en-US" sz="1200" dirty="0"/>
          </a:p>
        </p:txBody>
      </p:sp>
      <p:pic>
        <p:nvPicPr>
          <p:cNvPr id="6" name="Image 0" descr="C:\Users\Kevin\OneDrive\Desktop\BasedMarketLab\live\screenshots\101_report_api_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777240"/>
            <a:ext cx="749808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46304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chart — context only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the company story — not a day-trading terminal</a:t>
            </a:r>
            <a:endParaRPr lang="en-US" sz="1100" dirty="0"/>
          </a:p>
        </p:txBody>
      </p:sp>
      <p:pic>
        <p:nvPicPr>
          <p:cNvPr id="6" name="Image 0" descr="C:\Users\Kevin\OneDrive\Desktop\BasedMarketLab\live\screenshots\pptx_crops\slide10_zoo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621792"/>
            <a:ext cx="8503920" cy="3886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runs · closed source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430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engine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app (private)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proxies HTTPS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BasedSettler + SEC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11430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(public URL)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51760" y="169164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 + Farcaster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straight into app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public source repo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1430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Farcaster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69164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App / Frame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fc:miniapp meta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ready() splash · feed share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949440" y="960120"/>
            <a:ext cx="2057400" cy="2286000"/>
          </a:xfrm>
          <a:prstGeom prst="roundRect">
            <a:avLst>
              <a:gd name="adj" fmla="val 4444"/>
            </a:avLst>
          </a:prstGeom>
          <a:solidFill>
            <a:srgbClr val="0A0B0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0" y="114300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product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040880" y="1691640"/>
            <a:ext cx="1874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deploy only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public GitHub app code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 separate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118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choices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8862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keys stay with the user · Research on server · BasedSettler verifies USDC · Free COIN example frozen · Product source private · GitHub (if any) is presentations only.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583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 · Closed product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B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is company research first, charts second, paid in USDC on Base.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Path: ticker → SEC + web/AI research → confirm → BasedSettler (test / $0.10 real / agent) → report.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023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Base  ·  Closed product  ·  Vercel (public) · private engine  ·  Presentations public only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BasedMarketLab — How It Works</dc:title>
  <dc:subject>Product walkthrough: company research · BasedSettler pay · Farcaster mini app</dc:subject>
  <dc:creator>BasedMarketLab</dc:creator>
  <cp:lastModifiedBy>BasedMarketLab</cp:lastModifiedBy>
  <cp:revision>1</cp:revision>
  <dcterms:created xsi:type="dcterms:W3CDTF">2026-07-23T12:31:31Z</dcterms:created>
  <dcterms:modified xsi:type="dcterms:W3CDTF">2026-07-23T12:31:31Z</dcterms:modified>
</cp:coreProperties>
</file>