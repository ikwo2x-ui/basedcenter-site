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B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MARKET LAB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82880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product works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Company-first market research · optional AI · unlock with USDC on Base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walkthrough for demos, partners &amp; Base ecosystem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8686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turns a stock ticker into a clear company research report — what the business does, strengths, risks, and longer-term story — then unlocks the full package for $0.50 USDC on Base.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828800"/>
            <a:ext cx="2651760" cy="9144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488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first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Business, health, opportunity, and watch-outs — not a day-trading terminal.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91840" y="18288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91840" y="1828800"/>
            <a:ext cx="2651760" cy="9144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12" name="Text 10"/>
          <p:cNvSpPr/>
          <p:nvPr/>
        </p:nvSpPr>
        <p:spPr>
          <a:xfrm>
            <a:off x="3474720" y="21488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Charts as context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474720" y="26517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marks and structure live on a secondary tab. They support the story.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26480" y="1828800"/>
            <a:ext cx="265176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126480" y="1828800"/>
            <a:ext cx="2651760" cy="9144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0" y="2148840"/>
            <a:ext cx="2286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Base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309360" y="26517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with USDC on Base (or Base Sepolia for demos). Wallet connect included.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 user journey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601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6656" y="1325880"/>
            <a:ext cx="54864" cy="2743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9144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834640" y="9144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ticker (e.g. COIN). Optional company name.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16002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6459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76656" y="2011680"/>
            <a:ext cx="54864" cy="2743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13" name="Text 11"/>
          <p:cNvSpPr/>
          <p:nvPr/>
        </p:nvSpPr>
        <p:spPr>
          <a:xfrm>
            <a:off x="1143000" y="16002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834640" y="16002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web data, or your AI key for a deeper company write-up.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22860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16" name="Text 14"/>
          <p:cNvSpPr/>
          <p:nvPr/>
        </p:nvSpPr>
        <p:spPr>
          <a:xfrm>
            <a:off x="502920" y="23317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6656" y="2697480"/>
            <a:ext cx="54864" cy="2743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18" name="Text 16"/>
          <p:cNvSpPr/>
          <p:nvPr/>
        </p:nvSpPr>
        <p:spPr>
          <a:xfrm>
            <a:off x="1143000" y="2286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834640" y="22860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ticker + resolved company name before pay.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29718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21" name="Text 19"/>
          <p:cNvSpPr/>
          <p:nvPr/>
        </p:nvSpPr>
        <p:spPr>
          <a:xfrm>
            <a:off x="502920" y="30175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76656" y="3383280"/>
            <a:ext cx="54864" cy="274320"/>
          </a:xfrm>
          <a:prstGeom prst="rect">
            <a:avLst/>
          </a:prstGeom>
          <a:solidFill>
            <a:srgbClr val="C7D2FE"/>
          </a:solidFill>
          <a:ln/>
        </p:spPr>
      </p:sp>
      <p:sp>
        <p:nvSpPr>
          <p:cNvPr id="23" name="Text 21"/>
          <p:cNvSpPr/>
          <p:nvPr/>
        </p:nvSpPr>
        <p:spPr>
          <a:xfrm>
            <a:off x="1143000" y="29718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2834640" y="29718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$0.50 USDC on Base (or testnet for demos).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3657600"/>
            <a:ext cx="411480" cy="411480"/>
          </a:xfrm>
          <a:prstGeom prst="ellipse">
            <a:avLst/>
          </a:prstGeom>
          <a:solidFill>
            <a:srgbClr val="0052FF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3703320"/>
            <a:ext cx="411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43000" y="36576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2834640" y="3657600"/>
            <a:ext cx="5760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· Full · Chart · Predictions · PDF / library.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ways to build research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3977640" cy="338328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WEB (no AI key)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14630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Default path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685800" y="1965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Yahoo / market feeds + company blurbs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Charts &amp; structure still build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85800" y="2697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Honest warning: company text can be thinner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0632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User confirms “I understand” before generate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3429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Works offline from free APIs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960120"/>
            <a:ext cx="3977640" cy="3383280"/>
          </a:xfrm>
          <a:prstGeom prst="roundRect">
            <a:avLst>
              <a:gd name="adj" fmla="val 3243"/>
            </a:avLst>
          </a:prstGeom>
          <a:solidFill>
            <a:srgbClr val="0A0B0D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AI KEY (optional)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937760" y="14630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Deeper company story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937760" y="196596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Gemini, Groq, OpenRouter, OpenAI, …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233172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Key stays on the user’s device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937760" y="269748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Company products, risks, multi-year case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37760" y="306324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If AI fails / quota: falls back to public web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429000"/>
            <a:ext cx="3566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Same report layout either way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12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46304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 — Choose a company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Ticker · optional AI key · Generate · $0.50 USDC</a:t>
            </a:r>
            <a:endParaRPr lang="en-US" sz="1100" dirty="0"/>
          </a:p>
        </p:txBody>
      </p:sp>
      <p:pic>
        <p:nvPicPr>
          <p:cNvPr id="6" name="Image 0" descr="C:\Users\Kevin\OneDrive\Desktop\BasedMarketLab\live\screenshots\pptx_crops\slide5_zoo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621792"/>
            <a:ext cx="8503920" cy="3886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12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 — Confirm company &amp; unlock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86868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7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company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15087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must tick YES on ticker + resolved name (e.g. COIN → Coinbase Global).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86868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7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983480" y="10972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wallet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983480" y="150876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MetaMask / Coinbase Wallet on Base (or Base Sepolia for demos).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7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85800" y="2788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 $0.50 USDC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5800" y="32004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On-chain transfer to your shop address. App verifies the tx, then unlocks.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754880" y="2560320"/>
            <a:ext cx="402336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16200000">
              <a:srgbClr val="000000">
                <a:alpha val="7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983480" y="27889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modes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983480" y="320040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+ free unlock available for presentations without real money.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12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UI — wallet checkout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company → connect MetaMask / Coinbase Wallet → pay $0.50 USDC on Base</a:t>
            </a:r>
            <a:endParaRPr lang="en-US" sz="1200" dirty="0"/>
          </a:p>
        </p:txBody>
      </p:sp>
      <p:pic>
        <p:nvPicPr>
          <p:cNvPr id="6" name="Image 0" descr="C:\Users\Kevin\OneDrive\Desktop\BasedMarketLab\live\screenshots\202_wallet_checkout_c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777240"/>
            <a:ext cx="713232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12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buyer gets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8229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9326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08960" y="9326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line, business, strong / weak, watch-outs, market phase, word guide.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EEF2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6184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company report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08960" y="16184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Numbered sections: glance → what they do → opportunity → how business is doing → risks → put-together.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1945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3042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chart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08960" y="23042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Tape, grades, zones — explicit secondary context, not the main product.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8803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EEF2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29900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Prediction markets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08960" y="29900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 context cards (company / macro-style questions).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3566160"/>
            <a:ext cx="8229600" cy="594360"/>
          </a:xfrm>
          <a:prstGeom prst="roundRect">
            <a:avLst>
              <a:gd name="adj" fmla="val 12308"/>
            </a:avLst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675888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&amp; library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08960" y="3675888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 PDF; re-open saved reports anytime from Your reports.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12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01168"/>
            <a:ext cx="5943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 report — Company tab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4754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line · business · strengths / watch-outs · market phase</a:t>
            </a:r>
            <a:endParaRPr lang="en-US" sz="1200" dirty="0"/>
          </a:p>
        </p:txBody>
      </p:sp>
      <p:pic>
        <p:nvPicPr>
          <p:cNvPr id="6" name="Image 0" descr="C:\Users\Kevin\OneDrive\Desktop\BasedMarketLab\live\screenshots\101_report_api_t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777240"/>
            <a:ext cx="7498080" cy="36118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12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46304"/>
            <a:ext cx="6858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chart — context only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65760" y="384048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Supports the company story — not a day-trading terminal</a:t>
            </a:r>
            <a:endParaRPr lang="en-US" sz="1100" dirty="0"/>
          </a:p>
        </p:txBody>
      </p:sp>
      <p:pic>
        <p:nvPicPr>
          <p:cNvPr id="6" name="Image 0" descr="C:\Users\Kevin\OneDrive\Desktop\BasedMarketLab\live\screenshots\pptx_crops\slide10_zoo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621792"/>
            <a:ext cx="8503920" cy="3886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12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52FF"/>
          </a:solidFill>
          <a:ln w="12700">
            <a:solidFill>
              <a:srgbClr val="0052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 the hood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6" name="Text 4"/>
          <p:cNvSpPr/>
          <p:nvPr/>
        </p:nvSpPr>
        <p:spPr>
          <a:xfrm>
            <a:off x="521208" y="1234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Browser UI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21208" y="17373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static/index.html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Wallet connect, tabs, PDF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286000" y="17830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52FF"/>
                </a:solidFill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606040" y="100584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0" name="Text 8"/>
          <p:cNvSpPr/>
          <p:nvPr/>
        </p:nvSpPr>
        <p:spPr>
          <a:xfrm>
            <a:off x="2715768" y="1234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server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15768" y="17373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FastAPI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 · seal · generate · pay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480560" y="17830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52FF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800600" y="100584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4910328" y="1234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10328" y="17373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feeds and/or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BYO AI (Gemini, Groq…)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675120" y="1783080"/>
            <a:ext cx="320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52FF"/>
                </a:solidFill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995160" y="1005840"/>
            <a:ext cx="2011680" cy="2011680"/>
          </a:xfrm>
          <a:prstGeom prst="roundRect">
            <a:avLst>
              <a:gd name="adj" fmla="val 4545"/>
            </a:avLst>
          </a:prstGeom>
          <a:solidFill>
            <a:srgbClr val="0A0B0D"/>
          </a:solidFill>
          <a:ln/>
        </p:spPr>
      </p:sp>
      <p:sp>
        <p:nvSpPr>
          <p:cNvPr id="18" name="Text 16"/>
          <p:cNvSpPr/>
          <p:nvPr/>
        </p:nvSpPr>
        <p:spPr>
          <a:xfrm>
            <a:off x="7104888" y="1234440"/>
            <a:ext cx="1783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104888" y="1737360"/>
            <a:ext cx="1783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USDC verify on-chain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Mainnet or Sepolia demo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291840"/>
            <a:ext cx="8229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5800" y="34290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design choices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85800" y="37490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keys never leave the user’s browser · Research prompts stay on the server · Payment is verified on-chain before generate unlock · Desktop app is for you; public host is for customers later.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4709160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· Built on Base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0" y="47091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12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B0D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91440"/>
          </a:xfrm>
          <a:prstGeom prst="rect">
            <a:avLst/>
          </a:prstGeom>
          <a:solidFill>
            <a:srgbClr val="0052F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3716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52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sentence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920240"/>
            <a:ext cx="7772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BasedMarketLab is company research first, charts second, paid in USDC on Base.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10896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1A1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path: free example → COIN generate → confirm → pay/unlock → Company / Full / Chart tabs.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411480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4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on Base  ·  Local app today  ·  Hosted product next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BasedMarketLab — How It Works</dc:title>
  <dc:subject>Product walkthrough: company research on Base</dc:subject>
  <dc:creator>BasedMarketLab</dc:creator>
  <cp:lastModifiedBy>BasedMarketLab</cp:lastModifiedBy>
  <cp:revision>1</cp:revision>
  <dcterms:created xsi:type="dcterms:W3CDTF">2026-07-19T17:17:34Z</dcterms:created>
  <dcterms:modified xsi:type="dcterms:W3CDTF">2026-07-19T17:17:34Z</dcterms:modified>
</cp:coreProperties>
</file>